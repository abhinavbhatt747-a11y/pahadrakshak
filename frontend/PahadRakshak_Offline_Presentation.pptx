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 OF 14  |  HACKATHON JURY PRESENTATION (OFFLINE EDITION)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PahadRakshak (पहाड़ रक्षक)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Next-Gen Offline AI Disaster Navigation &amp; Emergency Mesh Response for Himalayan Highways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Project Institution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Swami Rama Himalayan University (SRHU), Dehradun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Engineering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6 BCA Student Developers (TechForge 3.0 / SIH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Offline Target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All 13 Mountain Districts (Zero Internet / Deep Valleys)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2 OF 14  |  OFFLINE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Himalayan Cellular Blackout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Why Standard Apps Break Down in Mountain Disasters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🔴 Cellular Signal Blackout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Cloudbursts and landslides severe optical fiber lines and knock out cell towers in deep Garhwal &amp; Kumaon valleys, leaving travelers with 0-bar internet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🛑 Online Apps Crash Completely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Google Maps and web navigation apps stop rendering tiles, routes, or warnings the moment internet disconnects, stranding vehicles in disaster zones.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⏳ Delayed SOS Transmission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Citizens cannot send web API requests during landslides. Without offline storage, critical emergency calls are permanently lost.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📢 Misinformation Panic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Travelers lack local cached hazard maps, leading to chaotic turns into active rockfall zones without knowing clear bypasses.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3 OF 14  |  OFFLINE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PahadRakshak Operates 100%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Zero-Internet Autonomous Resilience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📲 1. Local PWA &amp; Cache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ServiceWorker &amp; IndexedDB pre-cache complete road networks, safe relief shelters, emergency contacts, and offline map vectors locally on the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🔀 2. Offline Vector Routing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Calculates primary vs safe bypass routes directly inside the device's browser memory without contacting an external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📡 3. Offline SMS &amp; Mesh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Stores citizen hazard reports in local IndexedDB. Automatically dispatches via SMS protocol or Bluetooth mesh when signal drops.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4 OF 14  |  OFFLINE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Dual-Portal Ecosystem in Offline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Seamless Operation for Citizens &amp; Control Rooms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👥 Public Citizen Offline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Frictionless PWA interface. Works without internet connection: 1-Tap SOS save, offline dialer (112, 1070, 1077, 108, BRO), cached relief shelter directory, and local weather radar.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🛡️ Authority Offline 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Local officer clearance verification (`UKSDMA-OFFICER-01`). Allows officers to manage triage queues and issue local broadcast bulletins even over local radio/mesh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5 OF 14  |  OFFLINE AI 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On-Device Multi-Factor AI Risk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Deterministic Local Risk Scoring Formula (0-100)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🧮 Local Risk Score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Risk = (Severity * 0.25) + (Rainfall * 0.20) + (History * 0.15) + (Road Blocked * 0.15) + (Affected People * 0.15) + (Density * 0.10)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🔴 CRITICAL RISK (80-100)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Evaluated locally: Cloudburst, complete road blockage, life threat. Prompts immediate safe bypass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🟠 HIGH RISK (60-79)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Evaluated locally: Landslide debris, highway obstruction. Renders Route B green bypass.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🟢 MODERATE / LOW (0-59)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Evaluated locally: Minimal road movement affected. Confirms road safe for single-line traffic.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6 OF 14  |  OFFLINE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Smart Conditional Dual-Route Routing (Offline)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Local OSRM &amp; Haversine Vector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✅ Primary Highway Safe (Offline)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When local cache confirms no road blockages, the map renders 1 single clean glowing blue line to destination.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🔀 Primary Highway Unsafe (Offline)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When local IndexedDB records a blockage, the device renders 2 paths: Route A (Red Dashed Unsafe) vs Route B (Green Glowing Safe Bypass).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7 OF 14  |  BULLETIN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Official Government Bulletin Sync &amp;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Pre-Cached State Disaster Feeds &amp; Validated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🏛️ Pre-Cached Government Feeds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Stores official bulletins from UKSDMA, IMD Dehradun, BRO Shivalik, and Police PCR locally so they remain accessible during internet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🌐 Validated Source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All official links point to root government domains (https://usdma.uk.gov.in/, https://bro.gov.in/) ensuring 100% uptime without 404 errors.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8 OF 14  |  ROAD CLEARANCE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Automated Road Clearance &amp; Map Purging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Zero Ghost Markers Policy in Offline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🧹 Auto-Clearance Verifier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Scans local database and removes resolved hazards as soon as BRO/SDRF teams verify road clearance.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⚡ Instant Map Refresh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Purges resolved red blockage lines from local device memory so travelers never see stale or fake road blockages.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9 OF 14  |  OFFLINE WEATHER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Location Weather Broadcasting (Offline Sync)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Local GPS Weather Forecasting &amp; IMD Radar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📍 User Location Weather Banner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'THIS IS YOUR LOCATION &amp; THIS IS THE WEATHER IN YOUR AREA' — Displays live temperature, rain mm, wind speed, and humidity for exact GPS coordinates.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🌤️ Offline IMD Radar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Pre-renders Doppler precipitation circles and rain badges across Chamoli, Uttarkashi, Rudraprayag, and Dehradun.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OF 14  |  CITIZEN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Public Citizen Emergency Features (Offline PWA)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1-Tap Lifesaving Tools for Mountain Travelers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📢 1-Tap Offline SOS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Saves citizen report, hardware GPS coordinates, and photo proof locally into PWA storage for instant sync.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📞 1-Tap Emergency Helplines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Direct native phone dialers for 112 (National Emergency), 1070 (UKSDMA), 1077 (District), 108 (Ambulance), and BRO.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🏥 Cached Relief Shelters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Complete offline directory of open evacuation centers (SRHU Base, Chamoli GIC, Joshimath Helipad, Rishikesh Transit).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11 OF 14  |  AUTHORITY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Secured Command Center (Offline Operation)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Disaster Triage &amp; Team Dispatch via Local 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📡 Statewide Bulletin Broadcaster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Broadcasts emergency government warnings locally across authority terminals and citizen PWA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🔥 AI Priority Triage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Automatically ranks incoming citizen reports descending by multi-factor risk score (0-100).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🚒 1-Click Rescue Team Dispatch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Assigns SDRF, NDRF, BRO heavy machinery, and medical units to exact incident GPS coordinates.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12 OF 14  | 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Offline-First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FastAPI, ServiceWorker, Leaflet &amp; OSRM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⚡ Backend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Python 3.10+, FastAPI, Uvicorn, SQLite, Asyncio Background Feeder.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📱 PWA &amp; GIS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HTML5 PWA ServiceWorker, Leaflet.js, OSRM Driving Engine, TailwindCSS.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2918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🔒 HTTPS Hardware GPS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Runs over HTTPS (port 8443) allowing native mobile browsers to grant hardware GPS access offline.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13 OF 14  |  PROOF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Fully Functional Live Systems &amp; Off-Grid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Tested Across Uttarakhand Mountain Corridors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🌐 Landing Portal Selector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http://127.0.0.1:8000/app/index.html — Dual-portal selector (Public vs Authority).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👥 Public Citizen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http://127.0.0.1:8000/app/citizen.html — 1-Tap SOS, Helplines &amp; Shelters.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🛡️ Authority Command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http://127.0.0.1:8000/app/dashboard.html — Officer Verification (`UKSDMA-OFFICER-01`).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51960"/>
            <a:ext cx="5120640" cy="20574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🗺️ Live Map &amp; Offline GPS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8348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https://192.168.31.175:8443/app/map.html — Hardware GPS, Dual Routing &amp; Weather.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14 OF 14  |  TEAM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PahadRakshak: Saving Lives Beyond the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Swami Rama Himalayan University (SRHU) Student Engineering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🎓 Student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Developed by 6 BCA Students at Swami Rama Himalayan University (SRHU), Dehradun for TechForge 3.0 &amp; SIH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38912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🏔️ Himalayan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Transforming mountain disaster response from reactive panic to autonomous, offline-first predictive safety across Uttarakhand.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PahadRakshak Offline Emergency Deck  |  Swami Rama Himalayan University (SRHU) BCA Engineering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