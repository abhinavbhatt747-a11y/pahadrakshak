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 OF 11  |  36-HOUR COLLEGE HACKATHON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PahadRakshak (पहाड़ रक्षक)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Next-Gen AI Mountain Disaster Navigation &amp; Emergency Response System for Uttarakhand Highways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Institution &amp;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Swami Rama Himalayan University (SRHU) — 6 BCA 1st-Year Freshers Team.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36-Hour Build 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Architected &amp; built inside college campus in 36 hours using Google Antigravity AI + Rapid Team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Target 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All 13 Mountain Districts of Uttarakhand (Char Dham Highway Corridors).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11-Slide Deck  |  Built in 36 Hours at SRHU by 6 BCA Freshers using Google Antigravity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2 OF 11  |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Himalayan Mountain Disaster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Why Standard Commercial Apps Fail During Landslides &amp; Cloudbursts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🔴 Frequent Landslides &amp; Cloudbursts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Heavy monsoons trigger slope failures on NH-07 (Badrinath) and NH-109 (Kedarnath), stranding thousands of travelers.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🛑 Blind Commercial Navigation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Google Maps relies on passive traffic slowing and blindly routes vehicles into active landslide debris without hazard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⏳ Delayed Emergency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Distress calls lack hardware GPS coordinates and verified photos, delaying SDRF, NDRF, and BRO heavy machinery dispatch.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5196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348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📢 Rumors &amp; Ghost Blockages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98348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Unverified social media rumors cause panic, while solved road clearance updates take hours to reach travelers on the road.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11-Slide Deck  |  Built in 36 Hours at SRHU by 6 BCA Freshers using Google Antigravity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3 OF 11  | 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PahadRakshak: Intelligent Disaster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Autonomous Safety, Live Bulletin Ingestion &amp; Smart Navigation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🔀 Conditional Dual-Route Bypass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Renders 1 clean blue line when safe; 2 distinct paths (Red Unsafe vs Green Safe Bypass) ONLY when primary route is blocked.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🏛️ Live Government Bulletin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Scans and ingests live bulletins directly from UKSDMA, IMD Dehradun, BRO Shivalik, and Police PCR with 1-click source proof links.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🛡️ Dual-Portal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Frictionless Public Citizen Portal for travelers + Secured Authority Command Center with Officer ID (`UKSDMA-OFFICER-01`).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11-Slide Deck  |  Built in 36 Hours at SRHU by 6 BCA Freshers using Google Antigravity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4 OF 11  |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End-to-End Data Pipeline &amp; AI GIS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High-Performance Data Flow &amp; Geo-Spatial Calculation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Data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Citizen SOS + Hardware GPS + Live Web Crawlers (UKSDMA / IMD / BRO / Police).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2. AI Risk Calculator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Multi-Factor Risk Score Engine (0-100) + Spatial Clustering + Duplicate Detector.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3. FastAPI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Python FastAPI + SQLite/PostgreSQL + ResolutionChecker Background Feeder.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5196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348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4. Interactive Clients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98348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Leaflet.js GIS Map + OSRM Driving Engine + Progressive Web App (PWA).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11-Slide Deck  |  Built in 36 Hours at SRHU by 6 BCA Freshers using Google Antigravity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5 OF 11  |  ROLE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Dual-Portal Ecosystem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Frictionless Public Portal vs Secured Control Room Command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👥 Public Citizen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No login required. Features 1-tap SOS reporting, verified photo upload, 1-tap emergency helplines (112, 1070, 1077, 108, BRO), relief shelter finder, and weather warnings.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🛡️ Authority Command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Secured by Officer Badge Verification (`UKSDMA-OFFICER-01`). Broadcasts disaster bulletins, manages AI priority queue, dispatches rescue teams (SDRF, NDRF, BRO).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11-Slide Deck  |  Built in 36 Hours at SRHU by 6 BCA Freshers using Google Antigravity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6 OF 11  |  AI RISK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Multi-Factor AI Risk Engine (0-100)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Deterministic Multi-Variable Risk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🧮 Risk Score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Risk Score = (Severity * 0.25) + (Rainfall * 0.20) + (History * 0.15) + (Road Blocked * 0.15) + (Affected People * 0.15) + (Density * 0.10)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🔴 CRITICAL (80-100)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Cloudburst, complete road blockage, life threat. Prompts immediate green bypass routing.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🟠 HIGH (60-79)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Landslide debris, highway obstruction. Renders Route B safe bypass.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5196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348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🟢 MODERATE / LOW (0-59)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98348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Minimal road movement affected. Confirms road safe for single-line traffic.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11-Slide Deck  |  Built in 36 Hours at SRHU by 6 BCA Freshers using Google Antigravity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7 OF 11  |  SMART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Conditional Dual-Route Bypass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Smart Geometry Rendering for Mountain Highways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✅ Primary Highway Safe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When no road blockages exist along the highway, the map renders 1 single clean glowing blue line without screen clutter.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🔀 Primary Highway Unsafe 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When a blockage is detected, the engine renders 2 paths: Route A (Red Dashed Unsafe) vs Route B (Green Glowing Safe Bypass).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11-Slide Deck  |  Built in 36 Hours at SRHU by 6 BCA Freshers using Google Antigravity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8 OF 11  |  GOVT SYNC &amp; CLEARANCE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Live Government Bulletin Sync &amp; Auto-Clearance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Official Ingestion &amp; Zero Ghost Markers Policy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🏛️ Live Government Bulletin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Direct REST crawlers syncing UKSDMA, IMD Dehradun, BRO Shivalik, and Police PCR updates with 1-click source verification links.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🧹 Auto-Clearance Map Purging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ResolutionCheckerService scans BRO clearance logs and purges resolved road blockages from live maps automatically.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11-Slide Deck  |  Built in 36 Hours at SRHU by 6 BCA Freshers using Google Antigravity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9 OF 11  |  LIVE WEATHER BROADCAST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IMD Weather Broadcasting &amp; User Location Weather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Exact GPS Location Weather &amp; Statewide IMD Radar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📍 User Location Weather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'THIS IS YOUR LOCATION &amp; THIS IS THE WEATHER IN YOUR AREA' — Live temperature, rain mm, wind speed, humidity for exact GPS position.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🌤️ Statewide IMD Radar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Precipitation Doppler circles &amp; rainfall mm badges across Chamoli, Uttarkashi, Rudraprayag, Dehradun, and Nainital.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11-Slide Deck  |  Built in 36 Hours at SRHU by 6 BCA Freshers using Google Antigravity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10 OF 11  |  36-HOUR TEAM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36-Hour College Hackathon Team &amp;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How 6 BCA Freshers Worked Together Inside College Campus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💻 1 AI Developer (Team Lead)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Directed Google Antigravity AI, architected FastAPI backend, database schemas, and dual routing math.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🔍 5 QA, Data &amp; Testing Teammates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Conducted Uttarakhand disaster data gathering, verified helplines, tested hardware GPS over HTTPS, and hunted UI bugs across campus.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11-Slide Deck  |  Built in 36 Hours at SRHU by 6 BCA Freshers using Google Antigravity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11 OF 11  |  LIVE DEMO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PahadRakshak: Saving Lives in the Himalayas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Tested &amp; Fully Working Prototype Built in 36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🌐 Live System Demo Endpoints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Landing Portal (8000/app/index.html) | Public Portal (citizen.html) | Command Center (dashboard.html) | Mobile GPS (8443/app/map.html).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🏆 Team Mission &amp;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Built by 6 BCA Freshers at SRHU Dehradun for TechForge 3.0 &amp; SIH 2026 to safeguard mountain travelers across Uttarakhand.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11-Slide Deck  |  Built in 36 Hours at SRHU by 6 BCA Freshers using Google Antigravity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